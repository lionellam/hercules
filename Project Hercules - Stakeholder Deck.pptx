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audience. Project Hercules is an open-source, self-hosted expense tracker using a local small language model for natural language input. This deck covers the problem, solution, design approach, and delivery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problem is threefold: friction, privacy, and cost. Most people abandon expense tracking within weeks because the entry experience is too cumbersome.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solution is simple: let people log expenses the way they'd tell a friend, using a local AI model to parse it. No cloud, no subscription, no friction.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 design principles underpin every decision in this project. The CPMAI framework is being used to guide how AI is scoped and governed within the 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process flow. Key point: the SLM is called only once, constrained to the user's own category list. The application handles all non-cognitive steps. No data is saved without user confirmation.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Delivery is structured into four phases. The priority is to get a working prototype (Phase 1 and 2) out as quickly as possible to validate the core concept before investing in more advanced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measurable success criteria. The 10% correction rate is the key parsing quality benchmark — it drives future iterations of the AI prompt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project is driven by two collaborators bringing complementary skills — technical and delivery.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concrete next steps to move from planning into execution. The priority is Phase 1 — getting the parsing loop working end-to-end as quickly as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801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Hercules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self-hosted, natural language expense tracker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526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Wong  ·  Lionel Lam  ·  July 2026  ·  Draft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 friction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246888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apps require navigating forms, dropdowns, and date pickers — making on-the-spot logging feel like a chore.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5156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3756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☁️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337560" y="1920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dependency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246888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modern budgeting tools store your financial data on third-party servers, raising privacy and data sovereignty concerns.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051560"/>
            <a:ext cx="2651760" cy="3291840"/>
          </a:xfrm>
          <a:prstGeom prst="roundRect">
            <a:avLst>
              <a:gd name="adj" fmla="val 344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7220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💳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172200" y="1920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 costs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72200" y="2468880"/>
            <a:ext cx="237744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apps (e.g. YNAB) charge recurring fees to help you manage money — a fundamental misalignment.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280160"/>
          </a:xfrm>
          <a:prstGeom prst="roundRect">
            <a:avLst>
              <a:gd name="adj" fmla="val 8571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9728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</a:rPr>
              <a:t>"</a:t>
            </a:r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spent $12 on lunch at McDonald's yesterday</a:t>
            </a:r>
            <a:pPr algn="ctr" indent="0" marL="0">
              <a:buNone/>
            </a:pPr>
            <a:r>
              <a:rPr lang="en-US" sz="4000" b="1" dirty="0">
                <a:solidFill>
                  <a:srgbClr val="D97706"/>
                </a:solidFill>
              </a:rPr>
              <a:t>"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320040" cy="3200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input — 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88920" y="2514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or speak a casual sentence — no forms, no dropdowns.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20040" cy="3200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337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291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home server — 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88920" y="32918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financial data never leaves your network.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14800"/>
            <a:ext cx="320040" cy="3200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114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40690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open source — 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88920" y="40690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subscriptions, no accounts, no ads. Ever.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Principles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4300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👤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325880" y="11612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25880" y="1572768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expense is saved without the user first reviewing and confirming the parsed output. The confirmation screen is mandatory — the user is always in control.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37744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25880" y="2395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Scope Discipline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25880" y="2807208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model handles only what it does best: interpreting free text into structured fields. All other logic — validation, storage, retrieval — is deterministic application code. (CPMAI-aligned)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520440"/>
            <a:ext cx="8229600" cy="1097280"/>
          </a:xfrm>
          <a:prstGeom prst="roundRect">
            <a:avLst>
              <a:gd name="adj" fmla="val 8333"/>
            </a:avLst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611880"/>
            <a:ext cx="594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325880" y="363016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by Design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25880" y="4041648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supports multiple user profiles on a single self-hosted deployment. Each profile's data is completely private — no shared visibility between profiles.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200" dirty="0"/>
          </a:p>
        </p:txBody>
      </p:sp>
      <p:pic>
        <p:nvPicPr>
          <p:cNvPr id="3" name="Image 0" descr="/Users/lionellam/Documents/DevelopmentWork/hercules/Project Hercules - Log an Expense 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86868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Phased Delivery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188720"/>
            <a:ext cx="640080" cy="64008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" y="2788920"/>
            <a:ext cx="179222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CLI/API-level natural language parsing working end-to-end, with manual database insertion. Proves out the core parsing approach.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88720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06040" y="1965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06040" y="2286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UI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24328" y="2788920"/>
            <a:ext cx="179222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web interface for reviewing, editing, and confirming parsed expenses before saving — the human-in-the-loop step.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105156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DCFCE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49240" y="1188720"/>
            <a:ext cx="640080" cy="64008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4924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754880" y="1965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2286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&amp; Queries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3168" y="2788920"/>
            <a:ext cx="179222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definitions by category, and the ability to query and report on spending via natural language or simple views.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12280" y="1051560"/>
            <a:ext cx="2011680" cy="3520440"/>
          </a:xfrm>
          <a:prstGeom prst="roundRect">
            <a:avLst>
              <a:gd name="adj" fmla="val 4545"/>
            </a:avLst>
          </a:prstGeom>
          <a:solidFill>
            <a:srgbClr val="EDE9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0" y="1188720"/>
            <a:ext cx="640080" cy="64008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903720" y="1965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03720" y="22860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&amp; Hosting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22008" y="2788920"/>
            <a:ext cx="1792224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 of the experience, documentation for self-hosting, and a settled containerization and deployment approach.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are sequential and iterative. Exact timelines TBD as the project progresses.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Criteria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6304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30s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594360" y="260604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log a full day's expenses via natural language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83280" y="146304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10%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429000" y="260604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entries require manual correction after AI parsing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6480" y="109728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46304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200" dirty="0"/>
          </a:p>
        </p:txBody>
      </p:sp>
      <p:sp>
        <p:nvSpPr>
          <p:cNvPr id="11" name="Text 9"/>
          <p:cNvSpPr/>
          <p:nvPr/>
        </p:nvSpPr>
        <p:spPr>
          <a:xfrm>
            <a:off x="6263640" y="2606040"/>
            <a:ext cx="2331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dependencies — fully functional offline and on-premises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356616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011680" y="1188720"/>
            <a:ext cx="914400" cy="91440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011680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94360" y="22402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Wong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Technical Lead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technical depth to the architecture, backend design, and local AI inference stack.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005840"/>
            <a:ext cx="4023360" cy="356616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188720"/>
            <a:ext cx="914400" cy="914400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1887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983480" y="22402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Lionel Lam Song Poh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83480" y="26517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Delivery Lead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83480" y="3017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PMP, PMI-ACP, IIBA-AAC, PSM, PSPO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333756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project planning, business analysis, requirements management, and delivery. 15+ years of experience delivering IT projects in Singapore.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" y="109728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0" y="1143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 the process flow diagram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148132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the formal UPN diagram in Miro and align with the team.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81381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188720" y="2057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starter category list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39572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on the seeded category taxonomy for new user profiles.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81381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92608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188720" y="2971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down into backlog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331012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Phase 1 into user stories and a story map ready for development.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703320"/>
            <a:ext cx="8138160" cy="0"/>
          </a:xfrm>
          <a:prstGeom prst="line">
            <a:avLst/>
          </a:prstGeom>
          <a:noFill/>
          <a:ln w="1270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40480"/>
            <a:ext cx="594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88720" y="3886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the development environment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422452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stack: FastAPI, SQLite, Ollama/Phi-4-mini, containerization approach TBD.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Hercules</dc:title>
  <dc:subject>PptxGenJS Presentation</dc:subject>
  <dc:creator>James Wong, Lionel Lam</dc:creator>
  <cp:lastModifiedBy>James Wong, Lionel Lam</cp:lastModifiedBy>
  <cp:revision>1</cp:revision>
  <dcterms:created xsi:type="dcterms:W3CDTF">2026-07-05T13:44:06Z</dcterms:created>
  <dcterms:modified xsi:type="dcterms:W3CDTF">2026-07-05T13:44:06Z</dcterms:modified>
</cp:coreProperties>
</file>