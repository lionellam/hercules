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41"/>
    <p:restoredTop sz="94610"/>
  </p:normalViewPr>
  <p:slideViewPr>
    <p:cSldViewPr snapToGrid="0" snapToObjects="1">
      <p:cViewPr varScale="1">
        <p:scale>
          <a:sx n="207" d="100"/>
          <a:sy n="207" d="100"/>
        </p:scale>
        <p:origin x="8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376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Project Hercules is an open-source, self-hosted expense tracker using a local small language model for natural language input. This deck covers the problem, solution, design approach, and delivery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 is threefold: friction, privacy, and cost. Most people abandon expense tracking within weeks because the entry experience is too cumbersome.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 is simple: let people log expenses the way they'd tell a friend, using a local AI model to parse it. No cloud, no subscription, no friction.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non-negotiable design principles underpin every decision in this project. The CPMAI framework is being used to guide how AI is scoped and governed within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process flow. Key point: the SLM is called only once, constrained to the user's own category list. The application handles all non-cognitive steps. No data is saved without user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 is structured into four phases. The priority is to get a working prototype (Phase 1 and 2) out as quickly as possible to validate the core concept before investing in more advanced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Hercules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self-hosted, natural language expense tracker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Wong  ·  Lionel Lam  ·  July 2026  ·  Draft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friction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require navigating forms, dropdowns, and date pickers — making on-the-spot logging feel like a chore.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75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3756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dependency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246888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modern budgeting tools store your financial data on third-party servers, raising privacy and data sovereignty concerns.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7220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costs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72200" y="246888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apps (e.g. YNAB) charge recurring fees to help you manage money — a fundamental misalignment.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7706"/>
                </a:solidFill>
              </a:rPr>
              <a:t>"</a:t>
            </a:r>
            <a:r>
              <a:rPr lang="en-US" sz="2200" i="1" dirty="0">
                <a:solidFill>
                  <a:srgbClr val="FFFFFF"/>
                </a:solidFill>
              </a:rPr>
              <a:t>spent $12 on lunch at McDonald's yesterday</a:t>
            </a:r>
            <a:r>
              <a:rPr lang="en-US" sz="4000" b="1" dirty="0">
                <a:solidFill>
                  <a:srgbClr val="D97706"/>
                </a:solidFill>
              </a:rPr>
              <a:t>"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20040" cy="3200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 —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88920" y="25146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speak a casual sentence — no forms, no dropdowns.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20040" cy="3200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home server — 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88920" y="32918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financial data never leaves your network.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320040" cy="3200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069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 source — 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88920" y="40690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subscriptions, no accounts, no ads. Ever.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25880" y="11612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57276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expense is saved without the user first reviewing and confirming the parsed output. The confirmation screen is mandatory — the user is always in control.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23957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Scope Discipline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80720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handles only what it does best: interpreting free text into structured fields. All other logic — validation, storage, retrieval — is deterministic application code. (CPMAI-aligned)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25880" y="3630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404164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supports multiple user profiles on a single self-hosted deployment. Each profile's data is completely private — no shared visibility between profiles.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pic>
        <p:nvPicPr>
          <p:cNvPr id="3" name="Image 0" descr="/Users/lionellam/Documents/DevelopmentWork/hercules/Project Hercules - Log an Expense Flow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8686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Delivery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011680" cy="3520440"/>
          </a:xfrm>
          <a:prstGeom prst="roundRect">
            <a:avLst>
              <a:gd name="adj" fmla="val 4545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" y="118872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2788920"/>
            <a:ext cx="17922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CLI/API-level natural language parsing working end-to-end, with manual database insertion. Proves out the core parsing approach.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2011680" cy="3520440"/>
          </a:xfrm>
          <a:prstGeom prst="roundRect">
            <a:avLst>
              <a:gd name="adj" fmla="val 4545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UI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24328" y="2788920"/>
            <a:ext cx="17922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usable web interface for reviewing, editing, and confirming parsed expenses before saving — the human-in-the-loop step.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2011680" cy="3520440"/>
          </a:xfrm>
          <a:prstGeom prst="roundRect">
            <a:avLst>
              <a:gd name="adj" fmla="val 4545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49240" y="118872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492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&amp; Queries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3168" y="2788920"/>
            <a:ext cx="17922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definitions by category, and the ability to query and report on spending via natural language or simple views.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1051560"/>
            <a:ext cx="2011680" cy="3520440"/>
          </a:xfrm>
          <a:prstGeom prst="roundRect">
            <a:avLst>
              <a:gd name="adj" fmla="val 4545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98080" y="118872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372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Hosting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22008" y="2788920"/>
            <a:ext cx="17922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of the experience, documentation for self-hosting, and a settled containerization and deployment approach.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are sequential and iterative. Exact timelines TBD as the project progresses.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586</Words>
  <Application>Microsoft Macintosh PowerPoint</Application>
  <PresentationFormat>On-screen Show (16:9)</PresentationFormat>
  <Paragraphs>65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Hercules</dc:title>
  <dc:subject>PptxGenJS Presentation</dc:subject>
  <dc:creator>James Wong, Lionel Lam</dc:creator>
  <cp:lastModifiedBy>#LIONEL LAM SONG POH#</cp:lastModifiedBy>
  <cp:revision>2</cp:revision>
  <dcterms:created xsi:type="dcterms:W3CDTF">2026-07-05T13:44:06Z</dcterms:created>
  <dcterms:modified xsi:type="dcterms:W3CDTF">2026-07-05T13:49:16Z</dcterms:modified>
</cp:coreProperties>
</file>